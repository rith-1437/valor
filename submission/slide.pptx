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6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2704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kern="0" spc="2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Men's Fashion Shopping Application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638190" y="3794760"/>
            <a:ext cx="9144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023360"/>
            <a:ext cx="1219169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Institute of Technology of Cambodia (ITC)
</a:t>
            </a: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Introduction to Mobile Application Development
Instructor: Mr. HOK TIN  •  Class: I4-GIC-C
</a:t>
            </a:r>
            <a:r>
              <a:rPr lang="en-US" sz="13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 NAIRITH  (e20221557)
CHHUM PANHA  (e20220815)
</a:t>
            </a:r>
            <a:r>
              <a:rPr lang="en-US" sz="11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github.com/rith-1437/valor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— THE CHALLENGE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A0A"/>
                </a:solidFill>
              </a:rPr>
              <a:t>✕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1440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Experience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3611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menswear scattered across many platforms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A0A"/>
                </a:solidFill>
              </a:rPr>
              <a:t>◷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Lack of Personalization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63440" y="3611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tailored sizing or style guidance for individuals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423160"/>
            <a:ext cx="640080" cy="64008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0A0A"/>
                </a:solidFill>
              </a:rPr>
              <a:t>$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4124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&amp; Budget Gap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412480" y="3611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to balance taste, fit, and price in one place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— OBJECTIVES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55448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cross-platform Flutter app for premium men's fashion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724912"/>
            <a:ext cx="10972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788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55448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AI-powered size recommendation and styling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410712"/>
            <a:ext cx="10972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74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55448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 real-time chat, booking, and nearby store locator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096512"/>
            <a:ext cx="10972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160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55448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 seamless UX with dark mode and responsive design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4782312"/>
            <a:ext cx="109728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— OVERVIEW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is a luxury fashion super-app crafted for the modern man who values premium style, personalization, and convenience — all in one place.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+ Android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Cross-platform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2918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3832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Framework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32918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 Engine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69680" y="32918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3429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86968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Positioning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— FEATURES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Features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37744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2608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3484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348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Detail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6656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Wishlist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3816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532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753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8680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058400" y="182880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95560" y="205740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19556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60704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Checkout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0584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37744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1460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146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292608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Size Rec.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29768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3484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348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84632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Stylist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21792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5508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55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76656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Promotions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13816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7532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753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68680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Booking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0058400" y="27889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195560" y="301752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955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060704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37490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94360" y="397764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43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00584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Nearby Stores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2377440" y="37490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514600" y="397764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5146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292608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 Locator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4297680" y="37490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434840" y="397764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348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484632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Lookbook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6217920" y="37490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355080" y="397764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355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676656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8138160" y="374904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275320" y="3977640"/>
            <a:ext cx="365760" cy="3657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2753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</a:rPr>
              <a:t>◆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868680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— STACK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9202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</a:rPr>
              <a:t>FRONTEND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Flutter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Dart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Material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Riverpod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go_router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SharedPreferences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9202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</a:rPr>
              <a:t>BACKEND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&amp; Database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379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Laravel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154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PHP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379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JWT Auth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1540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REST API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3796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MySQL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9154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▸  Eloquent ORM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— ARCHITECTURE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448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B38B22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448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448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E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 Layer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10232" y="3520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65680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568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Riverpod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465680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Management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66464" y="3520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21912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21912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321912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22696" y="3520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8144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8144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78144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HTTP / JWT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78928" y="3520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34376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34376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34376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 Service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735160" y="35204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F37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890608" y="3017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B38B22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90608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890608" y="3703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E9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46634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Bi-directional data flow with JWT-secured REST 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— DATA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ER Diagram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0" y="2080260"/>
            <a:ext cx="0" cy="9144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2080260"/>
            <a:ext cx="0" cy="18288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2080260"/>
            <a:ext cx="0" cy="27432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2080260"/>
            <a:ext cx="4754880" cy="256032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3040" y="2080260"/>
            <a:ext cx="7132320" cy="22860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2080260"/>
            <a:ext cx="2377440" cy="4572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6217920" y="1897380"/>
            <a:ext cx="2377440" cy="64008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537460"/>
            <a:ext cx="2377440" cy="18288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2537460"/>
            <a:ext cx="2377440" cy="100584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2537460"/>
            <a:ext cx="2377440" cy="18288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1463040" y="2537460"/>
            <a:ext cx="4754880" cy="13716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4823460"/>
            <a:ext cx="2377440" cy="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3840480" y="2537460"/>
            <a:ext cx="2377440" cy="228600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4640580"/>
            <a:ext cx="2377440" cy="54864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 flipV="1">
            <a:off x="6217920" y="2537460"/>
            <a:ext cx="2377440" cy="265176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4640580"/>
            <a:ext cx="4754880" cy="0"/>
          </a:xfrm>
          <a:prstGeom prst="line">
            <a:avLst/>
          </a:prstGeom>
          <a:noFill/>
          <a:ln w="6350">
            <a:solidFill>
              <a:srgbClr val="B38B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18288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27432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Addresses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36576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Wishlist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5720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4572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26080" y="18288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303520" y="22860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680960" y="16459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80960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Images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680960" y="246888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8096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Sizes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680960" y="32918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8096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Colors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680960" y="41148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926080" y="45720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926080" y="4572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Cart Items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303520" y="43891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0352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680960" y="4937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680960" y="4937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 Items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058400" y="438912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05840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5091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— DESIGN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Showcase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662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87190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39774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Detail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522965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Cart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593441" y="455765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Checkout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995918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BB97A21-04B5-F623-DF59-387592A3C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78" y="1584677"/>
            <a:ext cx="1473580" cy="2950747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9EDC20D-0274-B2BC-BFF1-4EEC869A1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1150" y="1621735"/>
            <a:ext cx="1400428" cy="291345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7952DA7-724F-0F0D-3FAB-136B037319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7094" y="1584441"/>
            <a:ext cx="1396782" cy="295074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E542521C-7A92-7E4A-1208-96C8034851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358" y="1584676"/>
            <a:ext cx="1408932" cy="295051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98558FE-D3F1-64D9-3A95-912825FA63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958" y="1607810"/>
            <a:ext cx="1408932" cy="2949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— BONUS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REST API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⚡  Exceeds assignment requirements with a full Laravel REST backend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3840480" cy="365760"/>
          </a:xfrm>
          <a:prstGeom prst="rect">
            <a:avLst/>
          </a:prstGeom>
          <a:solidFill>
            <a:srgbClr val="B38B22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194560"/>
            <a:ext cx="1645920" cy="365760"/>
          </a:xfrm>
          <a:prstGeom prst="rect">
            <a:avLst/>
          </a:prstGeom>
          <a:solidFill>
            <a:srgbClr val="B38B22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2194560"/>
            <a:ext cx="5394960" cy="365760"/>
          </a:xfrm>
          <a:prstGeom prst="rect">
            <a:avLst/>
          </a:prstGeom>
          <a:solidFill>
            <a:srgbClr val="B38B22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384048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2560320"/>
            <a:ext cx="164592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2560320"/>
            <a:ext cx="539496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2560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Login, register, JWT issuance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2926080"/>
            <a:ext cx="384048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80560" y="2926080"/>
            <a:ext cx="164592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26480" y="2926080"/>
            <a:ext cx="539496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2926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catalog &amp; filtering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3291840"/>
            <a:ext cx="384048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80560" y="3291840"/>
            <a:ext cx="164592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772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126480" y="3291840"/>
            <a:ext cx="539496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3640" y="3291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 user cart items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3657600"/>
            <a:ext cx="384048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/api/wishlist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480560" y="3657600"/>
            <a:ext cx="164592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1772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126480" y="3657600"/>
            <a:ext cx="539496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6364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wishlist sync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0080" y="4023360"/>
            <a:ext cx="384048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72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480560" y="4023360"/>
            <a:ext cx="164592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17720" y="4023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26480" y="4023360"/>
            <a:ext cx="539496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63640" y="4023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placement &amp; history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0080" y="4389120"/>
            <a:ext cx="384048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724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/api/reviews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480560" y="4389120"/>
            <a:ext cx="164592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126480" y="4389120"/>
            <a:ext cx="5394960" cy="365760"/>
          </a:xfrm>
          <a:prstGeom prst="rect">
            <a:avLst/>
          </a:prstGeom>
          <a:solidFill>
            <a:srgbClr val="1A1A1A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6364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reviews &amp; ratings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40080" y="4754880"/>
            <a:ext cx="384048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772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/api/payments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480560" y="4754880"/>
            <a:ext cx="164592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17720" y="4754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126480" y="4754880"/>
            <a:ext cx="5394960" cy="365760"/>
          </a:xfrm>
          <a:prstGeom prst="rect">
            <a:avLst/>
          </a:prstGeom>
          <a:solidFill>
            <a:srgbClr val="141414"/>
          </a:solidFill>
          <a:ln w="3175">
            <a:solidFill>
              <a:srgbClr val="2A2A2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26364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transactions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</a:rPr>
              <a:t>🔐 Secured with JWT Authentication  •  Built on Laravel + MySQL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— JOURNEY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920240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92024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State management complexity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192024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55080" y="1920240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92024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Adopted Riverpod for scalable, testable state architecture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633472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633472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Backend integration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263347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55080" y="2633472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263347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Repository pattern abstracting REST API calls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346704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346704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AI feature implementation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52160" y="334670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355080" y="3346704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3346704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Integrated AI recommendation engine for sizing &amp; styling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059936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059936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 Responsive UI across devices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852160" y="40599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F3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355080" y="4059936"/>
            <a:ext cx="5212080" cy="621792"/>
          </a:xfrm>
          <a:prstGeom prst="roundRect">
            <a:avLst>
              <a:gd name="adj" fmla="val 8824"/>
            </a:avLst>
          </a:prstGeom>
          <a:solidFill>
            <a:srgbClr val="141414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4059936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Material 3 adaptive design with breakpoints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— ROADMAP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9202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Try-On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fitting through device camera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9202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Rewards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Points, tiers, and exclusive perks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192024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Multi-Vendor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Marketplace for premium boutiques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338328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Community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Social sharing &amp; curated lookbooks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89120" y="338328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3520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Notifications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5720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Drops, restocks, and order updates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5176" y="5029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— DELIVERABLES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Checklist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2880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965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9CA3AF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Categories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71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Wishlist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49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Map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807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Nearby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71800" y="2807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Promotions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807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Booking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32826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Chat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71800" y="32826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Reviews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74920" y="32826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Photos &amp; Videos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3758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Responsive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71800" y="3758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Dark Mode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74920" y="37581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SharedPreferences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868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Riverpod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97180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go_router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7492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Material 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23760" y="1828800"/>
            <a:ext cx="4389120" cy="3108960"/>
          </a:xfrm>
          <a:prstGeom prst="roundRect">
            <a:avLst>
              <a:gd name="adj" fmla="val 2353"/>
            </a:avLst>
          </a:prstGeom>
          <a:solidFill>
            <a:srgbClr val="1A140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4AF37"/>
                </a:solidFill>
              </a:rPr>
              <a:t>BONUS ✦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52360" y="2331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 Laravel Backend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52360" y="2807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 JWT Authentication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452360" y="32826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 REST API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452360" y="37581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 MySQL Database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452360" y="4233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★  AI Features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6429" y="51435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VALOR  •  Premium Men's Fashion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— REFLECTION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4864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is a complete, production-ready luxury fashion app — bridging elegant mobile UX with a robust backend engine.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4AF37"/>
                </a:solidFill>
              </a:rPr>
              <a:t>WHAT WE LEARNED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1089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Flutter development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9120" y="31089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1089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834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management with Riverpod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38160" y="31089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31089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73252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Responsive UI design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06908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069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 integration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89120" y="406908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069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983480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 API development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38160" y="406908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 w="6350">
            <a:solidFill>
              <a:srgbClr val="B38B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21040" y="4069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F37"/>
                </a:solidFill>
              </a:rPr>
              <a:t>◆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732520" y="4069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2704" y="8229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30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5638190" y="3611880"/>
            <a:ext cx="91440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7947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github.com/rith-1437/valor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B38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 NAIRITH  •  CHHUM PANHA  —  Institute of Technology of Cambodia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801</Words>
  <Application>Microsoft Office PowerPoint</Application>
  <PresentationFormat>Widescreen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 – Capstone Presentation</dc:title>
  <dc:subject>PptxGenJS Presentation</dc:subject>
  <dc:creator>RIN NAIRITH &amp; CHHUM PANHA</dc:creator>
  <cp:lastModifiedBy>RIN NAIRITH</cp:lastModifiedBy>
  <cp:revision>2</cp:revision>
  <dcterms:created xsi:type="dcterms:W3CDTF">2026-06-28T14:45:50Z</dcterms:created>
  <dcterms:modified xsi:type="dcterms:W3CDTF">2026-06-28T14:57:06Z</dcterms:modified>
</cp:coreProperties>
</file>